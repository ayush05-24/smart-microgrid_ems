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44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910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Smart Microgrid Energy Management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3632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3123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&amp; Simulink Implementation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35472" y="3568263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20F9E-F791-4D1B-981B-E5017CB3CE0C}"/>
              </a:ext>
            </a:extLst>
          </p:cNvPr>
          <p:cNvSpPr txBox="1"/>
          <p:nvPr/>
        </p:nvSpPr>
        <p:spPr>
          <a:xfrm>
            <a:off x="2159876" y="2568212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Bansal (22BEE0248)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Ranjan (22BEE0261)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DFCED-59C1-3939-0236-169602C67066}"/>
              </a:ext>
            </a:extLst>
          </p:cNvPr>
          <p:cNvSpPr txBox="1"/>
          <p:nvPr/>
        </p:nvSpPr>
        <p:spPr>
          <a:xfrm>
            <a:off x="1655739" y="3719920"/>
            <a:ext cx="58325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JANAKI M (12486)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Grade 2, Department of Electrical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renewable energy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solar and wind power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energy management needs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optimization 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737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accurate forecasting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optimization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 for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intelligent EMS framework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MAPE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434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4434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Use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Areas (2023-2025)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networks for solar/wind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591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SVR achieving RMSE &lt;2.0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151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for load 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840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PPO for energy optimization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3591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23% cost reduction achieved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6151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adaptive control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840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+ AI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005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Multi-time-scale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261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GAN-based weather simulation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3840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MATLAB/Simulink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4005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Grid-connected microgrids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4261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management systems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Research Gaps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forecasting (Solar, Wind)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demand prediction using LSTM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optimization with ANN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DRL-based energy management (PPO/DQN)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MATLAB/Simulink implementation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&amp; comparison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integrated ML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multi-algorithm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real-world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theory and implementation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Multi-time-scale coordination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these gaps through integrated approach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validate an intelligent microgrid EMS using ML that optimizes energy generation, storage, and consumption while maximizing renewable utilization and minimizing costs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LSTM/SVR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&lt;2.0 (Solar)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&lt;5%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2286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5420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implementation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 cost reduction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Mgmt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5420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prediction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shaving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8221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Grid/Islanded modes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566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3756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8620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86200" y="38221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85-90% renewable 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35-40% grid reduction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566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38221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92608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1371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508760"/>
            <a:ext cx="1371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233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0" cy="2743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46304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2743200"/>
            <a:ext cx="1463040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10312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14630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4904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743200"/>
            <a:ext cx="146304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9496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291840"/>
            <a:ext cx="0" cy="228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Physical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7680960" cy="1005840"/>
          </a:xfrm>
          <a:prstGeom prst="rect">
            <a:avLst/>
          </a:prstGeom>
          <a:solidFill>
            <a:srgbClr val="E8F5E9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 Microgrid Model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4343400"/>
            <a:ext cx="10972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972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4343400"/>
            <a:ext cx="10972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37744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4343400"/>
            <a:ext cx="10972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4343400"/>
            <a:ext cx="10972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343400"/>
            <a:ext cx="10972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1792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literature review (15+ papers)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 selection (LSTM, SVR, PPO/DQN)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and objectives defined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timeline developed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initiated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20116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from NASA/NREL databases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 environment setup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development for forecasting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algorithm implementation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Microgrid component modeling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Status: Initiation Phase Complete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28800" y="4114800"/>
            <a:ext cx="109728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Complete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Implementation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7223760" cy="3200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2011680"/>
            <a:ext cx="7223760" cy="3200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554480" y="20116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2468880"/>
            <a:ext cx="7223760" cy="32004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54480" y="24688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Development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W9-11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2926080"/>
            <a:ext cx="7223760" cy="3200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554480" y="29260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W12-13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3383280"/>
            <a:ext cx="7223760" cy="32004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554480" y="33832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Analysis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63040" y="3840480"/>
            <a:ext cx="722376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554480" y="38404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Milestones: Data Ready (W2) • ML Models Complete (W5) • DRL Optimized (W8) • Simulink Complete (W11) • Validation Done (W13) • Project Complete (W14)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918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MATLAB R2023b + Simulink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Python 3.8+ (TensorFlow/PyTorch)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Stable-Baselines3 for DRL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16GB RAM (32GB recommended)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GPU recommended for training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NASA POWER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NREL NSRDB 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Central File Exchange: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Microgrid Hybrid PV/Wind/Battery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Systems-Level Microgrid Simulation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 Examples: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IEEE 39-Bus System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Microgrid Resynchronization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Grid-Forming Converters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Stable-Baselines3 (DRL)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Scikit-learn (ML)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Pandas, NumPy (Data)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2138979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 integrated intelligent EMS combining: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algn="ctr">
              <a:buSzPct val="100000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ML forecasting (LSTM, SVR) for accurate predictions</a:t>
            </a:r>
            <a:endParaRPr lang="en-US" sz="1400" dirty="0"/>
          </a:p>
          <a:p>
            <a:pPr algn="ctr">
              <a:buSzPct val="100000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RL optimization (PPO/DQN) for real-time decisions</a:t>
            </a:r>
            <a:endParaRPr lang="en-US" sz="1400" dirty="0"/>
          </a:p>
          <a:p>
            <a:pPr algn="ctr">
              <a:buSzPct val="100000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MATLAB/Simulink validation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achieve 85-90% renewable utilization with 20-25%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reduction, contributing to sustainable energy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Papers (2023-2025)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Singh, A. R., et al. (2024). Machine learning-based energy management in grid-connected microgrids.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Scientific Reports, 14, 19207.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Joshi, A., et al. (2023). Survey on AI and ML techniques for microgrid EMS.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IEEE/CAA J. Autom. Sinica, 10(7), 1513-1529.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Spiliopoulos, N., et al. (2025). Smart Microgrid Platform with DRL.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Energies, 18(5), 1157.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Eyimaya, S. E., et al. (2025). LSTM Networks for DC Microgrid Optimization.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Energies, 18(14), 3676.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NASA POWER Project: https://power.larc.nasa.gov/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NREL NSRDB: https://nsrdb.nrel.gov/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MATLAB Central: Microgrid models and examples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877</Words>
  <Application>Microsoft Office PowerPoint</Application>
  <PresentationFormat>On-screen Show (16:9)</PresentationFormat>
  <Paragraphs>221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Smart Microgrid Energy Management System using ML</dc:title>
  <dc:subject>PptxGenJS Presentation</dc:subject>
  <dc:creator>B.Tech EEE Student</dc:creator>
  <cp:lastModifiedBy>Ayush Ranjan</cp:lastModifiedBy>
  <cp:revision>5</cp:revision>
  <dcterms:created xsi:type="dcterms:W3CDTF">2026-01-28T12:42:51Z</dcterms:created>
  <dcterms:modified xsi:type="dcterms:W3CDTF">2026-01-29T06:54:03Z</dcterms:modified>
</cp:coreProperties>
</file>